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Logistic Regression (baseline) vs Linear SVM (improved)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(LogReg)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84.9</c:v>
                </c:pt>
                <c:pt idx="1">
                  <c:v>85.5</c:v>
                </c:pt>
                <c:pt idx="2">
                  <c:v>84.9</c:v>
                </c:pt>
                <c:pt idx="3">
                  <c:v>84.9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 (SVM)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85.5</c:v>
                </c:pt>
                <c:pt idx="1">
                  <c:v>85.7</c:v>
                </c:pt>
                <c:pt idx="2">
                  <c:v>85.5</c:v>
                </c:pt>
                <c:pt idx="3">
                  <c:v>85.5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8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23444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mage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174" y="1395374"/>
            <a:ext cx="1141171" cy="11411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Support Ticket Classifier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Ticket Triage · Task 29 Final Capstone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PKCERT AI &amp; Software Development Internship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   |   github.com/Abdul1652005/TASK-29   |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mage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147767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are usually sorted manually — this takes time and delays customer response.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7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that receive many customer tickets every day and need to route them to the right department.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7F7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Task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772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ticket description and automatically predict its category — no manual sorting needed.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38160" y="237744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4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2651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2004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routing, less manual reading, fewer tickets sent to the wrong team.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E6F6F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mage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83840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Single-ticket text classification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predefined categories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interface: Classify, History, About tabs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 for predictions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+ CSV export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DEDEC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E5533D"/>
          </a:solidFill>
          <a:ln/>
        </p:spPr>
      </p:sp>
      <p:pic>
        <p:nvPicPr>
          <p:cNvPr id="10" name="Image 1" descr="images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81" y="183840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37960" y="2423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/ login system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routing into real helpdesk software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(English only)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 beyond session history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mage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1552834"/>
            <a:ext cx="442204" cy="442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173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40480" y="141732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40880" y="1417320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easy to document and rerun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mages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2" y="2485522"/>
            <a:ext cx="442204" cy="4422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350008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40480" y="235000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 SVM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40880" y="2350008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fast, no GPU needed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mages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3418210"/>
            <a:ext cx="442204" cy="4422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282696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840480" y="3282696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040880" y="3282696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build, auto-docs, input validation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3" descr="images/icon_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02" y="4350898"/>
            <a:ext cx="442204" cy="4422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215384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840480" y="4215384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0" y="4215384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clean UI without separate HTML/CSS/JS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22122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4" descr="images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02" y="5283586"/>
            <a:ext cx="442204" cy="4422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514807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840480" y="514807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Streamlit Cloud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040880" y="5148072"/>
            <a:ext cx="4663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tier, no credit card, GitHub auto-deploy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mage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147767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labeled support ticket dataset — 47,837 tickets across 8 categories.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B202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4231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47,837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331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B2027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4231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34340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233172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B2027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24231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138160" y="3154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44348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missing ticket text or category label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and trimmed all text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empty entries after cleaning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Baseline vs Improved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converted to features using TF-IDF. Two models trained and compared on identical data.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83080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F4F7F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423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SVM (LinearSVC)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 F1 — a small but consistent improvement over the Logistic Regression baseline across every metric.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46177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occur between categories with overlapping vocabulary (e.g. Hardware vs Access). Categories with fewer examples show slightly higher error.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228600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0B2027"/>
          </a:solidFill>
          <a:ln/>
        </p:spPr>
      </p:sp>
      <p:sp>
        <p:nvSpPr>
          <p:cNvPr id="4" name="Shape 2"/>
          <p:cNvSpPr/>
          <p:nvPr/>
        </p:nvSpPr>
        <p:spPr>
          <a:xfrm>
            <a:off x="2071116" y="2514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mage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525" y="258500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3836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19556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training, evaluation, save 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64508" y="3017520"/>
            <a:ext cx="356616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6"/>
          <p:cNvSpPr/>
          <p:nvPr/>
        </p:nvSpPr>
        <p:spPr>
          <a:xfrm>
            <a:off x="4494276" y="228600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0B2027"/>
          </a:solidFill>
          <a:ln/>
        </p:spPr>
      </p:sp>
      <p:sp>
        <p:nvSpPr>
          <p:cNvPr id="10" name="Shape 7"/>
          <p:cNvSpPr/>
          <p:nvPr/>
        </p:nvSpPr>
        <p:spPr>
          <a:xfrm>
            <a:off x="5774436" y="25146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mage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258500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7156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22876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model, exposes POST /predict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67828" y="3017520"/>
            <a:ext cx="356616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1"/>
          <p:cNvSpPr/>
          <p:nvPr/>
        </p:nvSpPr>
        <p:spPr>
          <a:xfrm>
            <a:off x="8197596" y="228600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0B2027"/>
          </a:solidFill>
          <a:ln/>
        </p:spPr>
      </p:sp>
      <p:sp>
        <p:nvSpPr>
          <p:cNvPr id="16" name="Shape 12"/>
          <p:cNvSpPr/>
          <p:nvPr/>
        </p:nvSpPr>
        <p:spPr>
          <a:xfrm>
            <a:off x="9477756" y="25146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images/icon_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165" y="258500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0476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Frontend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26196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calls API, displays result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Contract:  POST /predict  →  { text }  ⟶  { category, confidence, distribution }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rejects empty or missing text with a clear error, before it reaches the model.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Classify Tab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93292" y="1316736"/>
            <a:ext cx="9802368" cy="5004167"/>
          </a:xfrm>
          <a:prstGeom prst="roundRect">
            <a:avLst>
              <a:gd name="adj" fmla="val 731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pic>
        <p:nvPicPr>
          <p:cNvPr id="4" name="Image 0" descr="images/class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371600"/>
            <a:ext cx="9692640" cy="48944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History &amp;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Tab</a:t>
            </a:r>
            <a:endParaRPr lang="en-US" sz="1500" dirty="0"/>
          </a:p>
        </p:txBody>
      </p:sp>
      <p:pic>
        <p:nvPicPr>
          <p:cNvPr id="4" name="Image 0" descr="image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1559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51197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 and 5-entry session log with CSV export.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Tab</a:t>
            </a:r>
            <a:endParaRPr lang="en-US" sz="1500" dirty="0"/>
          </a:p>
        </p:txBody>
      </p:sp>
      <p:pic>
        <p:nvPicPr>
          <p:cNvPr id="7" name="Image 1" descr="images/ab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49240" cy="2814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/>
              <a:tblGrid>
                <a:gridCol w="2926080"/>
                <a:gridCol w="448056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ticket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laptop is not turning on"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— 'Hardware'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— 422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{} (no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— 422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health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— {"status":"ok"}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frontend → API 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valid ticket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— verified live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mages/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961" y="5175961"/>
            <a:ext cx="392278" cy="3922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74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Railway (backend) + Streamlit Community Cloud (frontend) — both free-tier, no credit card, auto-deploy from GitHub.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mages/icon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174696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Limits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lightweight TF-IDF + classical ML over a heavier Transformer to run on a standard laptop.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mages/icon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561" y="174696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6733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Hosting Constraints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Railway's memory limits and a Streamlit Cloud Python version issue both had to be resolved.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images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" y="4124401"/>
            <a:ext cx="392278" cy="3922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68680" y="4663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dataset gave near-random results; replaced with a better-labeled dataset.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images/icon_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561" y="4124401"/>
            <a:ext cx="392278" cy="3922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Frontend–Backend Integration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537960" y="4663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Streamlit to the live FastAPI service with safe fallback handling.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29 · PKCERT Internship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68580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mages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174" y="846734"/>
            <a:ext cx="1141171" cy="11411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Lessons Learned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working, end-to-end ML application — from raw data to a live, publicly accessible tool.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651760" y="384048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model for the available hardware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layer — model, API, UI — independently before connecting them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cloud platforms can fully support real deployment when configured correctly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github.com/Abdul1652005/TASK-29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2026-08-31T06:58:48Z</dcterms:created>
  <dcterms:modified xsi:type="dcterms:W3CDTF">2026-08-31T06:58:48Z</dcterms:modified>
</cp:coreProperties>
</file>